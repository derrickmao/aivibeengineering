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I Solution" id="{f2e65194-364a-55ff-bb20-f755c57a746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AI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Financial Agents on Red Hat OpenShift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Financial expertise from INF Managed Agent, cloud-native delivery from OpenShift</a:t>
            </a:r>
            <a:endParaRPr lang="en-US" sz="1500" dirty="0"/>
          </a:p>
        </p:txBody>
      </p:sp>
      <p:sp>
        <p:nvSpPr>
          <p:cNvPr id="5" name="Architecture panel"/>
          <p:cNvSpPr/>
          <p:nvPr/>
        </p:nvSpPr>
        <p:spPr>
          <a:xfrm>
            <a:off x="548640" y="2057400"/>
            <a:ext cx="5577840" cy="425196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BUSINESS SCENARIOS</a:t>
            </a:r>
            <a:endParaRPr lang="en-US" sz="1100" dirty="0"/>
          </a:p>
        </p:txBody>
      </p:sp>
      <p:sp>
        <p:nvSpPr>
          <p:cNvPr id="7" name="Chip Compliance &amp; Risk"/>
          <p:cNvSpPr/>
          <p:nvPr/>
        </p:nvSpPr>
        <p:spPr>
          <a:xfrm>
            <a:off x="731520" y="2587752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877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Compliance &amp; Risk</a:t>
            </a:r>
            <a:endParaRPr lang="en-US" sz="1100" dirty="0"/>
          </a:p>
        </p:txBody>
      </p:sp>
      <p:sp>
        <p:nvSpPr>
          <p:cNvPr id="9" name="Chip KYC"/>
          <p:cNvSpPr/>
          <p:nvPr/>
        </p:nvSpPr>
        <p:spPr>
          <a:xfrm>
            <a:off x="2301240" y="2587752"/>
            <a:ext cx="59436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01240" y="25877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KYC</a:t>
            </a:r>
            <a:endParaRPr lang="en-US" sz="1100" dirty="0"/>
          </a:p>
        </p:txBody>
      </p:sp>
      <p:sp>
        <p:nvSpPr>
          <p:cNvPr id="11" name="Chip Credit Analysis"/>
          <p:cNvSpPr/>
          <p:nvPr/>
        </p:nvSpPr>
        <p:spPr>
          <a:xfrm>
            <a:off x="3048000" y="2587752"/>
            <a:ext cx="123444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48000" y="25877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Credit Analysis</a:t>
            </a:r>
            <a:endParaRPr lang="en-US" sz="1100" dirty="0"/>
          </a:p>
        </p:txBody>
      </p:sp>
      <p:sp>
        <p:nvSpPr>
          <p:cNvPr id="13" name="Chip Wealth Management"/>
          <p:cNvSpPr/>
          <p:nvPr/>
        </p:nvSpPr>
        <p:spPr>
          <a:xfrm>
            <a:off x="4434840" y="2587752"/>
            <a:ext cx="150876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25877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Wealth Management</a:t>
            </a:r>
            <a:endParaRPr lang="en-US" sz="1100" dirty="0"/>
          </a:p>
        </p:txBody>
      </p:sp>
      <p:sp>
        <p:nvSpPr>
          <p:cNvPr id="15" name="Arrow down"/>
          <p:cNvSpPr/>
          <p:nvPr/>
        </p:nvSpPr>
        <p:spPr>
          <a:xfrm>
            <a:off x="3227832" y="3026664"/>
            <a:ext cx="219456" cy="182880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16" name="INF Managed Agent layer"/>
          <p:cNvSpPr/>
          <p:nvPr/>
        </p:nvSpPr>
        <p:spPr>
          <a:xfrm>
            <a:off x="731520" y="3246120"/>
            <a:ext cx="521208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3741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INF Managed Agent</a:t>
            </a:r>
            <a:endParaRPr lang="en-US" sz="1700" dirty="0"/>
          </a:p>
        </p:txBody>
      </p:sp>
      <p:sp>
        <p:nvSpPr>
          <p:cNvPr id="18" name="INF Managed Agent - Financial Knowledge"/>
          <p:cNvSpPr/>
          <p:nvPr/>
        </p:nvSpPr>
        <p:spPr>
          <a:xfrm>
            <a:off x="914400" y="3813048"/>
            <a:ext cx="1542288" cy="457200"/>
          </a:xfrm>
          <a:prstGeom prst="roundRect">
            <a:avLst>
              <a:gd name="adj" fmla="val 12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813048"/>
            <a:ext cx="15422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Financial Knowledge</a:t>
            </a:r>
            <a:endParaRPr lang="en-US" sz="1100" dirty="0"/>
          </a:p>
        </p:txBody>
      </p:sp>
      <p:sp>
        <p:nvSpPr>
          <p:cNvPr id="20" name="INF Managed Agent - Task Orchestration"/>
          <p:cNvSpPr/>
          <p:nvPr/>
        </p:nvSpPr>
        <p:spPr>
          <a:xfrm>
            <a:off x="2566416" y="3813048"/>
            <a:ext cx="1542288" cy="457200"/>
          </a:xfrm>
          <a:prstGeom prst="roundRect">
            <a:avLst>
              <a:gd name="adj" fmla="val 12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566416" y="3813048"/>
            <a:ext cx="15422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Task Orchestration</a:t>
            </a:r>
            <a:endParaRPr lang="en-US" sz="1100" dirty="0"/>
          </a:p>
        </p:txBody>
      </p:sp>
      <p:sp>
        <p:nvSpPr>
          <p:cNvPr id="22" name="INF Managed Agent - Continuous Optimization"/>
          <p:cNvSpPr/>
          <p:nvPr/>
        </p:nvSpPr>
        <p:spPr>
          <a:xfrm>
            <a:off x="4218432" y="3813048"/>
            <a:ext cx="1542288" cy="457200"/>
          </a:xfrm>
          <a:prstGeom prst="roundRect">
            <a:avLst>
              <a:gd name="adj" fmla="val 12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18432" y="3813048"/>
            <a:ext cx="15422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Continuous Optimization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154680" y="4434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+</a:t>
            </a:r>
            <a:endParaRPr lang="en-US" sz="2000" dirty="0"/>
          </a:p>
        </p:txBody>
      </p:sp>
      <p:sp>
        <p:nvSpPr>
          <p:cNvPr id="25" name="Red Hat OpenShift layer"/>
          <p:cNvSpPr/>
          <p:nvPr/>
        </p:nvSpPr>
        <p:spPr>
          <a:xfrm>
            <a:off x="731520" y="4754880"/>
            <a:ext cx="521208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8828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Red Hat OpenShift</a:t>
            </a:r>
            <a:endParaRPr lang="en-US" sz="1700" dirty="0"/>
          </a:p>
        </p:txBody>
      </p:sp>
      <p:sp>
        <p:nvSpPr>
          <p:cNvPr id="27" name="Red Hat OpenShift - Containerized Deployment"/>
          <p:cNvSpPr/>
          <p:nvPr/>
        </p:nvSpPr>
        <p:spPr>
          <a:xfrm>
            <a:off x="914400" y="5321808"/>
            <a:ext cx="1542288" cy="457200"/>
          </a:xfrm>
          <a:prstGeom prst="roundRect">
            <a:avLst>
              <a:gd name="adj" fmla="val 12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321808"/>
            <a:ext cx="15422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Containerized Deployment</a:t>
            </a:r>
            <a:endParaRPr lang="en-US" sz="1100" dirty="0"/>
          </a:p>
        </p:txBody>
      </p:sp>
      <p:sp>
        <p:nvSpPr>
          <p:cNvPr id="29" name="Red Hat OpenShift - Elastic Scaling"/>
          <p:cNvSpPr/>
          <p:nvPr/>
        </p:nvSpPr>
        <p:spPr>
          <a:xfrm>
            <a:off x="2566416" y="5321808"/>
            <a:ext cx="1542288" cy="457200"/>
          </a:xfrm>
          <a:prstGeom prst="roundRect">
            <a:avLst>
              <a:gd name="adj" fmla="val 12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566416" y="5321808"/>
            <a:ext cx="15422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Elastic Scaling</a:t>
            </a:r>
            <a:endParaRPr lang="en-US" sz="1100" dirty="0"/>
          </a:p>
        </p:txBody>
      </p:sp>
      <p:sp>
        <p:nvSpPr>
          <p:cNvPr id="31" name="Red Hat OpenShift - Hybrid Cloud Management"/>
          <p:cNvSpPr/>
          <p:nvPr/>
        </p:nvSpPr>
        <p:spPr>
          <a:xfrm>
            <a:off x="4218432" y="5321808"/>
            <a:ext cx="1542288" cy="457200"/>
          </a:xfrm>
          <a:prstGeom prst="roundRect">
            <a:avLst>
              <a:gd name="adj" fmla="val 12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218432" y="5321808"/>
            <a:ext cx="154228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Hybrid Cloud Management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60167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→  Faster deployment &amp; iteration, continuously upgraded financial AI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2057400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KEY ADVANTAGES</a:t>
            </a:r>
            <a:endParaRPr lang="en-US" sz="1100" dirty="0"/>
          </a:p>
        </p:txBody>
      </p:sp>
      <p:sp>
        <p:nvSpPr>
          <p:cNvPr id="35" name="Advantage card 1"/>
          <p:cNvSpPr/>
          <p:nvPr/>
        </p:nvSpPr>
        <p:spPr>
          <a:xfrm>
            <a:off x="6492240" y="2468880"/>
            <a:ext cx="5150815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6" name="Icon circle 1"/>
          <p:cNvSpPr/>
          <p:nvPr/>
        </p:nvSpPr>
        <p:spPr>
          <a:xfrm>
            <a:off x="6675120" y="265176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0" descr="Financial Ontolog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36" y="2779776"/>
            <a:ext cx="256032" cy="256032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7360920" y="2542032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Financial Ontology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Unified knowledge of financial entities, concepts, relations and business rules</a:t>
            </a:r>
            <a:endParaRPr lang="en-US" sz="1500" dirty="0"/>
          </a:p>
        </p:txBody>
      </p:sp>
      <p:sp>
        <p:nvSpPr>
          <p:cNvPr id="39" name="Advantage card 2"/>
          <p:cNvSpPr/>
          <p:nvPr/>
        </p:nvSpPr>
        <p:spPr>
          <a:xfrm>
            <a:off x="6492240" y="3456432"/>
            <a:ext cx="5150815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40" name="Icon circle 2"/>
          <p:cNvSpPr/>
          <p:nvPr/>
        </p:nvSpPr>
        <p:spPr>
          <a:xfrm>
            <a:off x="6675120" y="363931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1" descr="Controllable Workflow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3767328"/>
            <a:ext cx="256032" cy="25603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7360920" y="352958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Controllable Workflow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Configurable, traceable steps with rule guardrails and human review</a:t>
            </a:r>
            <a:endParaRPr lang="en-US" sz="1500" dirty="0"/>
          </a:p>
        </p:txBody>
      </p:sp>
      <p:sp>
        <p:nvSpPr>
          <p:cNvPr id="43" name="Advantage card 3"/>
          <p:cNvSpPr/>
          <p:nvPr/>
        </p:nvSpPr>
        <p:spPr>
          <a:xfrm>
            <a:off x="6492240" y="4443984"/>
            <a:ext cx="5150815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44" name="Icon circle 3"/>
          <p:cNvSpPr/>
          <p:nvPr/>
        </p:nvSpPr>
        <p:spPr>
          <a:xfrm>
            <a:off x="6675120" y="462686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Image 2" descr="Feedback Loo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4754880"/>
            <a:ext cx="256032" cy="256032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7360920" y="4517136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Feedback Loop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Benchmarks, case reviews and human feedback refine knowledge, prompts and flows</a:t>
            </a:r>
            <a:endParaRPr lang="en-US" sz="1500" dirty="0"/>
          </a:p>
        </p:txBody>
      </p:sp>
      <p:sp>
        <p:nvSpPr>
          <p:cNvPr id="47" name="Advantage card 4"/>
          <p:cNvSpPr/>
          <p:nvPr/>
        </p:nvSpPr>
        <p:spPr>
          <a:xfrm>
            <a:off x="6492240" y="5431536"/>
            <a:ext cx="5150815" cy="877824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48" name="Icon circle 4"/>
          <p:cNvSpPr/>
          <p:nvPr/>
        </p:nvSpPr>
        <p:spPr>
          <a:xfrm>
            <a:off x="6675120" y="5614416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9" name="Image 3" descr="Continuous Improvemen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5742432"/>
            <a:ext cx="256032" cy="256032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7360920" y="5504688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Continuous Improvement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Ongoing evaluation and version regression for accuracy, efficiency and stability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 Financial Agent">
  <a:themeElements>
    <a:clrScheme name="INF Financial Agent">
      <a:dk1>
        <a:srgbClr val="0F1B3D"/>
      </a:dk1>
      <a:lt1>
        <a:srgbClr val="FFFFFF"/>
      </a:lt1>
      <a:dk2>
        <a:srgbClr val="4A5578"/>
      </a:dk2>
      <a:lt2>
        <a:srgbClr val="F2F5FB"/>
      </a:lt2>
      <a:accent1>
        <a:srgbClr val="2F6BFF"/>
      </a:accent1>
      <a:accent2>
        <a:srgbClr val="EE0000"/>
      </a:accent2>
      <a:accent3>
        <a:srgbClr val="8FB3FF"/>
      </a:accent3>
      <a:accent4>
        <a:srgbClr val="1D3478"/>
      </a:accent4>
      <a:accent5>
        <a:srgbClr val="5B6B8F"/>
      </a:accent5>
      <a:accent6>
        <a:srgbClr val="00B3A4"/>
      </a:accent6>
      <a:hlink>
        <a:srgbClr val="2F6BFF"/>
      </a:hlink>
      <a:folHlink>
        <a:srgbClr val="5B6B8F"/>
      </a:folHlink>
    </a:clrScheme>
    <a:fontScheme name="INF Financial Ag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Solution - Financial Agents on Red Hat OpenShift</dc:title>
  <dc:subject>PptxGenJS Presentation</dc:subject>
  <dc:creator>PptxGenJS</dc:creator>
  <cp:lastModifiedBy>PptxGenJS</cp:lastModifiedBy>
  <cp:revision>1</cp:revision>
  <dcterms:created xsi:type="dcterms:W3CDTF">2026-10-23T05:11:06Z</dcterms:created>
  <dcterms:modified xsi:type="dcterms:W3CDTF">2026-10-23T05:11:06Z</dcterms:modified>
</cp:coreProperties>
</file>